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" roundtripDataSignature="AMtx7mjBAP36bo1VRT5IoN7JmDyap6qR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-120" y="-4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https://buttaiwan.github.io/bpmfvs/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1.4 · Analects 1.4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1 / 3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65" y="700000"/>
            <a:ext cx="3962399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50835" y="14258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Zēng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809285" y="14258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zǐ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1769405" y="14258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yuē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1142450" y="1794016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u="none" dirty="0" err="1" smtClean="0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Zengzi</a:t>
            </a:r>
            <a:r>
              <a:rPr lang="zh-TW" altLang="en-US" sz="2800" dirty="0" smtClean="0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  </a:t>
            </a:r>
            <a:r>
              <a:rPr lang="en-US" sz="2800" u="none" dirty="0" smtClean="0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said</a:t>
            </a:r>
            <a:r>
              <a:rPr lang="en-US" sz="2800" u="none" dirty="0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,</a:t>
            </a:r>
          </a:p>
        </p:txBody>
      </p:sp>
      <p:pic>
        <p:nvPicPr>
          <p:cNvPr id="13" name="img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65" y="2485800"/>
            <a:ext cx="8807670" cy="78950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xt14"/>
          <p:cNvSpPr txBox="1"/>
          <p:nvPr/>
        </p:nvSpPr>
        <p:spPr>
          <a:xfrm>
            <a:off x="974740" y="331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wú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2061212" y="331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rì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3147685" y="331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sān</a:t>
            </a:r>
          </a:p>
        </p:txBody>
      </p:sp>
      <p:sp>
        <p:nvSpPr>
          <p:cNvPr id="17" name="txt17"/>
          <p:cNvSpPr txBox="1"/>
          <p:nvPr/>
        </p:nvSpPr>
        <p:spPr>
          <a:xfrm>
            <a:off x="4234157" y="331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xǐng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5320629" y="331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wú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6407102" y="331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shēn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1362057" y="3770016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altLang="zh-TW" sz="2300" dirty="0" smtClean="0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“</a:t>
            </a:r>
            <a:r>
              <a:rPr lang="en-US" sz="2300" u="none" dirty="0" smtClean="0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I </a:t>
            </a:r>
            <a:r>
              <a:rPr lang="en-US" sz="2300" u="none" dirty="0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daily examine myself on three points: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1.4 · Analects 1.4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2 / 3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65" y="700000"/>
            <a:ext cx="8807670" cy="77501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11733" y="1515017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wèi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974740" y="1515017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rén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061212" y="1515017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móu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3147685" y="1515017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ér</a:t>
            </a:r>
          </a:p>
        </p:txBody>
      </p:sp>
      <p:sp>
        <p:nvSpPr>
          <p:cNvPr id="13" name="txt13"/>
          <p:cNvSpPr txBox="1"/>
          <p:nvPr/>
        </p:nvSpPr>
        <p:spPr>
          <a:xfrm>
            <a:off x="4234157" y="1515017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14" name="txt14"/>
          <p:cNvSpPr txBox="1"/>
          <p:nvPr/>
        </p:nvSpPr>
        <p:spPr>
          <a:xfrm>
            <a:off x="5320629" y="1515017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zhōng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6407102" y="1515017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hū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188165" y="1945017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whether I am not faithful while I do the work for others; </a:t>
            </a:r>
          </a:p>
        </p:txBody>
      </p:sp>
      <p:pic>
        <p:nvPicPr>
          <p:cNvPr id="17" name="img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65" y="2435017"/>
            <a:ext cx="8807670" cy="6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xt18"/>
          <p:cNvSpPr txBox="1"/>
          <p:nvPr/>
        </p:nvSpPr>
        <p:spPr>
          <a:xfrm>
            <a:off x="-157864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yǔ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809303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péng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1776470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yǒu</a:t>
            </a:r>
          </a:p>
        </p:txBody>
      </p:sp>
      <p:sp>
        <p:nvSpPr>
          <p:cNvPr id="21" name="txt21"/>
          <p:cNvSpPr txBox="1"/>
          <p:nvPr/>
        </p:nvSpPr>
        <p:spPr>
          <a:xfrm>
            <a:off x="2743638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jiāo</a:t>
            </a:r>
          </a:p>
        </p:txBody>
      </p:sp>
      <p:sp>
        <p:nvSpPr>
          <p:cNvPr id="22" name="txt22"/>
          <p:cNvSpPr txBox="1"/>
          <p:nvPr/>
        </p:nvSpPr>
        <p:spPr>
          <a:xfrm>
            <a:off x="3710805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ér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4677972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24" name="txt24"/>
          <p:cNvSpPr txBox="1"/>
          <p:nvPr/>
        </p:nvSpPr>
        <p:spPr>
          <a:xfrm>
            <a:off x="5645140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xìn</a:t>
            </a:r>
          </a:p>
        </p:txBody>
      </p:sp>
      <p:sp>
        <p:nvSpPr>
          <p:cNvPr id="25" name="txt25"/>
          <p:cNvSpPr txBox="1"/>
          <p:nvPr/>
        </p:nvSpPr>
        <p:spPr>
          <a:xfrm>
            <a:off x="6612307" y="315848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hū</a:t>
            </a:r>
          </a:p>
        </p:txBody>
      </p:sp>
      <p:sp>
        <p:nvSpPr>
          <p:cNvPr id="26" name="txt26"/>
          <p:cNvSpPr txBox="1"/>
          <p:nvPr/>
        </p:nvSpPr>
        <p:spPr>
          <a:xfrm>
            <a:off x="188165" y="3588481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whether I am not sincere while I interact with friends;</a:t>
            </a:r>
          </a:p>
        </p:txBody>
      </p:sp>
      <p:pic>
        <p:nvPicPr>
          <p:cNvPr id="27" name="img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165" y="4078481"/>
            <a:ext cx="697992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xt28"/>
          <p:cNvSpPr txBox="1"/>
          <p:nvPr/>
        </p:nvSpPr>
        <p:spPr>
          <a:xfrm>
            <a:off x="-89875" y="494144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chuán</a:t>
            </a:r>
          </a:p>
        </p:txBody>
      </p:sp>
      <p:sp>
        <p:nvSpPr>
          <p:cNvPr id="29" name="txt29"/>
          <p:cNvSpPr txBox="1"/>
          <p:nvPr/>
        </p:nvSpPr>
        <p:spPr>
          <a:xfrm>
            <a:off x="1053125" y="494144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30" name="txt30"/>
          <p:cNvSpPr txBox="1"/>
          <p:nvPr/>
        </p:nvSpPr>
        <p:spPr>
          <a:xfrm>
            <a:off x="2196125" y="494144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xí</a:t>
            </a:r>
          </a:p>
        </p:txBody>
      </p:sp>
      <p:sp>
        <p:nvSpPr>
          <p:cNvPr id="31" name="txt31"/>
          <p:cNvSpPr txBox="1"/>
          <p:nvPr/>
        </p:nvSpPr>
        <p:spPr>
          <a:xfrm>
            <a:off x="3339125" y="494144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hū</a:t>
            </a:r>
          </a:p>
        </p:txBody>
      </p:sp>
      <p:sp>
        <p:nvSpPr>
          <p:cNvPr id="32" name="txt32"/>
          <p:cNvSpPr txBox="1"/>
          <p:nvPr/>
        </p:nvSpPr>
        <p:spPr>
          <a:xfrm>
            <a:off x="188165" y="5371441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whether I am not mastering and practicing the instructions from my teacher.”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1.4 · Analects 1.4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3 / 3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65" y="750000"/>
            <a:ext cx="195072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6607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shēng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74832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cí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368885" y="900000"/>
            <a:ext cx="45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Key Words · Analects 1.4</a:t>
            </a:r>
          </a:p>
        </p:txBody>
      </p:sp>
      <p:sp>
        <p:nvSpPr>
          <p:cNvPr id="12" name="rect12"/>
          <p:cNvSpPr/>
          <p:nvPr/>
        </p:nvSpPr>
        <p:spPr>
          <a:xfrm>
            <a:off x="168165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img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463" y="3200000"/>
            <a:ext cx="1203960" cy="746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xt14"/>
          <p:cNvSpPr txBox="1"/>
          <p:nvPr/>
        </p:nvSpPr>
        <p:spPr>
          <a:xfrm>
            <a:off x="168165" y="404676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xǐng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318165" y="450676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to examine oneself</a:t>
            </a:r>
          </a:p>
        </p:txBody>
      </p:sp>
      <p:sp>
        <p:nvSpPr>
          <p:cNvPr id="16" name="rect16"/>
          <p:cNvSpPr/>
          <p:nvPr/>
        </p:nvSpPr>
        <p:spPr>
          <a:xfrm>
            <a:off x="3170721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7" name="img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0019" y="3200000"/>
            <a:ext cx="1203960" cy="7391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xt18"/>
          <p:cNvSpPr txBox="1"/>
          <p:nvPr/>
        </p:nvSpPr>
        <p:spPr>
          <a:xfrm>
            <a:off x="3170721" y="403914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zhōng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3320721" y="449914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faithful, loyal</a:t>
            </a:r>
          </a:p>
        </p:txBody>
      </p:sp>
      <p:sp>
        <p:nvSpPr>
          <p:cNvPr id="20" name="rect20"/>
          <p:cNvSpPr/>
          <p:nvPr/>
        </p:nvSpPr>
        <p:spPr>
          <a:xfrm>
            <a:off x="6173277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img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72575" y="3200000"/>
            <a:ext cx="1203960" cy="73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xt22"/>
          <p:cNvSpPr txBox="1"/>
          <p:nvPr/>
        </p:nvSpPr>
        <p:spPr>
          <a:xfrm>
            <a:off x="6173277" y="403914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xìn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6323277" y="449914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sincere, trustworthy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如螢幕大小 (4:3)</PresentationFormat>
  <Paragraphs>53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Theme</vt:lpstr>
      <vt:lpstr>投影片 1</vt:lpstr>
      <vt:lpstr>投影片 2</vt:lpstr>
      <vt:lpstr>投影片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shun</dc:creator>
  <cp:lastModifiedBy>user</cp:lastModifiedBy>
  <cp:revision>1</cp:revision>
  <dcterms:created xsi:type="dcterms:W3CDTF">2013-01-27T09:14:16Z</dcterms:created>
  <dcterms:modified xsi:type="dcterms:W3CDTF">2026-07-14T06:44:01Z</dcterms:modified>
</cp:coreProperties>
</file>